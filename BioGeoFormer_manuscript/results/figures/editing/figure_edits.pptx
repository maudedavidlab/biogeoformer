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6" r:id="rId3"/>
    <p:sldId id="258" r:id="rId4"/>
    <p:sldId id="259" r:id="rId5"/>
  </p:sldIdLst>
  <p:sldSz cx="73152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89FF"/>
    <a:srgbClr val="D9A3FF"/>
    <a:srgbClr val="1BC6CB"/>
    <a:srgbClr val="4CD2D6"/>
    <a:srgbClr val="8CB91E"/>
    <a:srgbClr val="A3C64B"/>
    <a:srgbClr val="F9938A"/>
    <a:srgbClr val="FA9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43"/>
  </p:normalViewPr>
  <p:slideViewPr>
    <p:cSldViewPr snapToGrid="0">
      <p:cViewPr>
        <p:scale>
          <a:sx n="116" d="100"/>
          <a:sy n="116" d="100"/>
        </p:scale>
        <p:origin x="2184" y="-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46133"/>
            <a:ext cx="6217920" cy="350181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282989"/>
            <a:ext cx="5486400" cy="2428451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2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5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2507618"/>
            <a:ext cx="6309360" cy="4184014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6731215"/>
            <a:ext cx="6309360" cy="2200274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63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2677584"/>
            <a:ext cx="310896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2677584"/>
            <a:ext cx="310896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16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535519"/>
            <a:ext cx="630936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2465706"/>
            <a:ext cx="3094672" cy="1208404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3674110"/>
            <a:ext cx="309467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2465706"/>
            <a:ext cx="3109913" cy="1208404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3674110"/>
            <a:ext cx="3109913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87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83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6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70560"/>
            <a:ext cx="2359342" cy="2346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448226"/>
            <a:ext cx="3703320" cy="714798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017520"/>
            <a:ext cx="2359342" cy="5590329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48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70560"/>
            <a:ext cx="2359342" cy="2346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448226"/>
            <a:ext cx="3703320" cy="714798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017520"/>
            <a:ext cx="2359342" cy="5590329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21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0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535517"/>
            <a:ext cx="1577340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5517"/>
            <a:ext cx="4640580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535519"/>
            <a:ext cx="630936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2677584"/>
            <a:ext cx="630936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9322649"/>
            <a:ext cx="164592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2B7A2-115C-4C4A-B789-B533B3EF98A1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9322649"/>
            <a:ext cx="246888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9322649"/>
            <a:ext cx="164592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86A2D-08EA-5243-A43D-7A522A3AA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47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5157B9D-E71B-CAF4-1717-B71252E010E0}"/>
              </a:ext>
            </a:extLst>
          </p:cNvPr>
          <p:cNvGrpSpPr/>
          <p:nvPr/>
        </p:nvGrpSpPr>
        <p:grpSpPr>
          <a:xfrm>
            <a:off x="0" y="256674"/>
            <a:ext cx="7315200" cy="8758988"/>
            <a:chOff x="0" y="0"/>
            <a:chExt cx="7315200" cy="875898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B9085ED-AA2E-6784-C6F0-F2A044E82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046" b="3479"/>
            <a:stretch>
              <a:fillRect/>
            </a:stretch>
          </p:blipFill>
          <p:spPr>
            <a:xfrm>
              <a:off x="0" y="4379494"/>
              <a:ext cx="7315200" cy="437949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156D92-EFEF-B1D8-A72B-71CDC9673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046" b="3479"/>
            <a:stretch>
              <a:fillRect/>
            </a:stretch>
          </p:blipFill>
          <p:spPr>
            <a:xfrm>
              <a:off x="0" y="0"/>
              <a:ext cx="7315200" cy="437949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CCF9EF-D9D2-B3BA-8DCA-CDE2227EB358}"/>
                </a:ext>
              </a:extLst>
            </p:cNvPr>
            <p:cNvSpPr txBox="1"/>
            <p:nvPr/>
          </p:nvSpPr>
          <p:spPr>
            <a:xfrm>
              <a:off x="336885" y="30480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19DDED-CD92-57F8-5C75-CC5F244C90AE}"/>
                </a:ext>
              </a:extLst>
            </p:cNvPr>
            <p:cNvSpPr txBox="1"/>
            <p:nvPr/>
          </p:nvSpPr>
          <p:spPr>
            <a:xfrm>
              <a:off x="330473" y="4844534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407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697BE88-EFBD-F7AA-BA0D-A1960C10F25F}"/>
              </a:ext>
            </a:extLst>
          </p:cNvPr>
          <p:cNvGrpSpPr/>
          <p:nvPr/>
        </p:nvGrpSpPr>
        <p:grpSpPr>
          <a:xfrm>
            <a:off x="-50390" y="681608"/>
            <a:ext cx="7401993" cy="8421646"/>
            <a:chOff x="-50390" y="681608"/>
            <a:chExt cx="7401993" cy="842164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FB26076-9BF1-F35E-9A15-9868C4313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1739" y="681608"/>
              <a:ext cx="3535336" cy="3721406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E7B15F8-4C89-8EA0-6000-8866CBC72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03" y="681608"/>
              <a:ext cx="3535336" cy="372140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1999B7C-A01B-900E-16D6-666E218EE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403" y="4367462"/>
              <a:ext cx="7315200" cy="473579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217528-940A-20B5-0C8D-6F2AD6DF9330}"/>
                </a:ext>
              </a:extLst>
            </p:cNvPr>
            <p:cNvSpPr txBox="1"/>
            <p:nvPr/>
          </p:nvSpPr>
          <p:spPr>
            <a:xfrm>
              <a:off x="-50390" y="681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157C56-D8D1-224B-E851-8CD3320E3926}"/>
                </a:ext>
              </a:extLst>
            </p:cNvPr>
            <p:cNvSpPr txBox="1"/>
            <p:nvPr/>
          </p:nvSpPr>
          <p:spPr>
            <a:xfrm>
              <a:off x="3643612" y="681608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04392D-0135-E102-82F1-E3981339D649}"/>
                </a:ext>
              </a:extLst>
            </p:cNvPr>
            <p:cNvSpPr txBox="1"/>
            <p:nvPr/>
          </p:nvSpPr>
          <p:spPr>
            <a:xfrm>
              <a:off x="0" y="436746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9130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80964C3-85CA-27B4-05B0-6118635FBFA2}"/>
              </a:ext>
            </a:extLst>
          </p:cNvPr>
          <p:cNvGrpSpPr/>
          <p:nvPr/>
        </p:nvGrpSpPr>
        <p:grpSpPr>
          <a:xfrm>
            <a:off x="0" y="1894114"/>
            <a:ext cx="7468447" cy="6270171"/>
            <a:chOff x="0" y="1894114"/>
            <a:chExt cx="7468447" cy="627017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07497F8-BB02-1DFF-9461-ECBCFE204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247" y="1894114"/>
              <a:ext cx="7315200" cy="627017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ED00BD-761C-C7A1-95C4-33A299FA3009}"/>
                </a:ext>
              </a:extLst>
            </p:cNvPr>
            <p:cNvSpPr txBox="1"/>
            <p:nvPr/>
          </p:nvSpPr>
          <p:spPr>
            <a:xfrm>
              <a:off x="1686910" y="217564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1F25B3B-D034-EE98-514B-D754DB0D45B8}"/>
                </a:ext>
              </a:extLst>
            </p:cNvPr>
            <p:cNvSpPr txBox="1"/>
            <p:nvPr/>
          </p:nvSpPr>
          <p:spPr>
            <a:xfrm>
              <a:off x="0" y="583250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084C61-88AA-E101-2FAA-E1C692CD6C0E}"/>
                </a:ext>
              </a:extLst>
            </p:cNvPr>
            <p:cNvSpPr txBox="1"/>
            <p:nvPr/>
          </p:nvSpPr>
          <p:spPr>
            <a:xfrm>
              <a:off x="1995008" y="6017173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739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A22E665-9C78-C534-6656-F87D183387EC}"/>
              </a:ext>
            </a:extLst>
          </p:cNvPr>
          <p:cNvGrpSpPr/>
          <p:nvPr/>
        </p:nvGrpSpPr>
        <p:grpSpPr>
          <a:xfrm>
            <a:off x="0" y="2286000"/>
            <a:ext cx="7315200" cy="5486400"/>
            <a:chOff x="32951" y="2286000"/>
            <a:chExt cx="7315200" cy="54864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4599CB-70A2-407E-658D-09181163E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51" y="2286000"/>
              <a:ext cx="7315200" cy="5486400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6D71A9A-D550-4269-F1F1-95DE01A08883}"/>
                </a:ext>
              </a:extLst>
            </p:cNvPr>
            <p:cNvSpPr/>
            <p:nvPr/>
          </p:nvSpPr>
          <p:spPr>
            <a:xfrm>
              <a:off x="181232" y="4184822"/>
              <a:ext cx="119449" cy="123567"/>
            </a:xfrm>
            <a:prstGeom prst="ellipse">
              <a:avLst/>
            </a:prstGeom>
            <a:solidFill>
              <a:srgbClr val="FA9F99"/>
            </a:solidFill>
            <a:ln>
              <a:solidFill>
                <a:srgbClr val="F993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F5F361A-688A-0173-A039-5F7C28A2E665}"/>
                </a:ext>
              </a:extLst>
            </p:cNvPr>
            <p:cNvSpPr/>
            <p:nvPr/>
          </p:nvSpPr>
          <p:spPr>
            <a:xfrm>
              <a:off x="181232" y="4460790"/>
              <a:ext cx="119449" cy="123567"/>
            </a:xfrm>
            <a:prstGeom prst="ellipse">
              <a:avLst/>
            </a:prstGeom>
            <a:solidFill>
              <a:srgbClr val="A3C64B"/>
            </a:solidFill>
            <a:ln>
              <a:solidFill>
                <a:srgbClr val="8CB9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FD8FCC-EC3E-4CD6-0675-8F7A98FB320D}"/>
                </a:ext>
              </a:extLst>
            </p:cNvPr>
            <p:cNvSpPr/>
            <p:nvPr/>
          </p:nvSpPr>
          <p:spPr>
            <a:xfrm>
              <a:off x="181231" y="4744995"/>
              <a:ext cx="119449" cy="123567"/>
            </a:xfrm>
            <a:prstGeom prst="ellipse">
              <a:avLst/>
            </a:prstGeom>
            <a:solidFill>
              <a:srgbClr val="4CD2D6"/>
            </a:solidFill>
            <a:ln>
              <a:solidFill>
                <a:srgbClr val="1BC6C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2D4785-A9CF-4FFB-28B0-C5B83E517706}"/>
                </a:ext>
              </a:extLst>
            </p:cNvPr>
            <p:cNvSpPr/>
            <p:nvPr/>
          </p:nvSpPr>
          <p:spPr>
            <a:xfrm>
              <a:off x="181231" y="5029200"/>
              <a:ext cx="119449" cy="123567"/>
            </a:xfrm>
            <a:prstGeom prst="ellipse">
              <a:avLst/>
            </a:prstGeom>
            <a:solidFill>
              <a:srgbClr val="D9A3FF"/>
            </a:solidFill>
            <a:ln>
              <a:solidFill>
                <a:srgbClr val="CD8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742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5053</TotalTime>
  <Words>8</Words>
  <Application>Microsoft Macintosh PowerPoint</Application>
  <PresentationFormat>Custom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Wynne</dc:creator>
  <cp:lastModifiedBy>Jacob Wynne</cp:lastModifiedBy>
  <cp:revision>7</cp:revision>
  <dcterms:created xsi:type="dcterms:W3CDTF">2026-08-25T05:10:27Z</dcterms:created>
  <dcterms:modified xsi:type="dcterms:W3CDTF">2026-09-25T12:48:13Z</dcterms:modified>
</cp:coreProperties>
</file>